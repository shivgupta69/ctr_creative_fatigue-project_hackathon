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Creative Fatigue Detection Prototype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 pipeline to analyze video ads and flag fatigue 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Problem: Creative Fatigue in 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 performance drops as users repeatedly see the same creative (CTR declines).</a:t>
            </a:r>
          </a:p>
          <a:p>
            <a:pPr/>
            <a:r>
              <a:t>Late hooks, cluttered text, and repetitive visuals make people skip faster.</a:t>
            </a:r>
          </a:p>
          <a:p>
            <a:pPr/>
            <a:r>
              <a:t>Marketers need a quick way to audit video ads before and during campaigns.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Lightweight Python tool that analyzes a single video ad (input_video.mp4).</a:t>
            </a:r>
          </a:p>
          <a:p>
            <a:pPr/>
            <a:r>
              <a:t>Extracts signals from video frames, on-screen text, and audio.</a:t>
            </a:r>
          </a:p>
          <a:p>
            <a:pPr/>
            <a:r>
              <a:t>Generates a human-readable fatigue dashboard and a JSON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Architecture: Version 1 – basic_video_analysis.py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Loads the video with OpenCV and samples frames every FRAME_INTERVAL seconds.</a:t>
            </a:r>
          </a:p>
          <a:p>
            <a:pPr/>
            <a:r>
              <a:t>Runs Tesseract OCR on each sampled frame to detect on-screen text.</a:t>
            </a:r>
          </a:p>
          <a:p>
            <a:pPr/>
            <a:r>
              <a:t>Uses MoviePy + SpeechRecognition (Google) to transcribe audio.</a:t>
            </a:r>
          </a:p>
          <a:p>
            <a:pPr/>
            <a:r>
              <a:t>Saves frames, extracted_text.txt, and transcribed_audio.txt into output/.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Architecture: Version 2 – extract_fatigue_from_video.py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Reuses frame sampling, OCR, and audio transcription from Version 1.</a:t>
            </a:r>
          </a:p>
          <a:p>
            <a:pPr/>
            <a:r>
              <a:t>Computes average words per frame to classify text density (low/medium/high).</a:t>
            </a:r>
          </a:p>
          <a:p>
            <a:pPr/>
            <a:r>
              <a:t>Detects first major scene change to approximate hook timing.</a:t>
            </a:r>
          </a:p>
          <a:p>
            <a:pPr/>
            <a:r>
              <a:t>Simulates simple campaign metrics (peak CTR, current CTR, days, frequency).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OpenCV – video loading, frame sampling, basic scene-change detection.</a:t>
            </a:r>
          </a:p>
          <a:p>
            <a:pPr/>
            <a:r>
              <a:t>pytesseract + Pillow – OCR for on-screen text.</a:t>
            </a:r>
          </a:p>
          <a:p>
            <a:pPr/>
            <a:r>
              <a:t>moviepy – audio extraction from the video file.</a:t>
            </a:r>
          </a:p>
          <a:p>
            <a:pPr/>
            <a:r>
              <a:t>NumPy – numeric operations for frame-difference scores.</a:t>
            </a:r>
          </a:p>
          <a:p>
            <a:pPr/>
            <a:r>
              <a:t>SpeechRecognition – speech-to-text using Google recognizer.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Fatigue Scoring Logic – fatigue_evaluator.py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Inputs: peak CTR, current CTR, days running, avg frequency, hook time, text density, visual variation.</a:t>
            </a:r>
          </a:p>
          <a:p>
            <a:pPr/>
            <a:r>
              <a:t>Computes CTR drop % and adds points for high frequency, late hook, heavy text, repetitive visuals.</a:t>
            </a:r>
          </a:p>
          <a:p>
            <a:pPr/>
            <a:r>
              <a:t>Maps total score to Low / Medium / High fatigue risk.</a:t>
            </a:r>
          </a:p>
          <a:p>
            <a:pPr/>
            <a:r>
              <a:t>Returns reasons plus actionable recommendations for each issue.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Extraction Heuristics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density: average words per frame → low / medium / high buckets.</a:t>
            </a:r>
          </a:p>
          <a:p>
            <a:pPr/>
            <a:r>
              <a:t>Hook timing: first large visual change via frame-difference threshold.</a:t>
            </a:r>
          </a:p>
          <a:p>
            <a:pPr/>
            <a:r>
              <a:t>Visual variation: simple flag for now, can be replaced with richer logic.</a:t>
            </a:r>
          </a:p>
          <a:p>
            <a:pPr/>
            <a:r>
              <a:t>Heuristics are simple, interpretable, and hackathon-friendly.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extracted_text.txt – per-frame OCR output with timestamps and frame paths.</a:t>
            </a:r>
          </a:p>
          <a:p>
            <a:pPr/>
            <a:r>
              <a:t>transcribed_audio.txt – full audio transcript of the ad.</a:t>
            </a:r>
          </a:p>
          <a:p>
            <a:pPr/>
            <a:r>
              <a:t>fatigue_report.json – structured fatigue risk, reasons, recommendations.</a:t>
            </a:r>
          </a:p>
          <a:p>
            <a:pPr/>
            <a:r>
              <a:t>fatigue_dashboard.txt – human-readable creative fatigue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 the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Put your video file as input_video.mp4 in the project root.</a:t>
            </a:r>
          </a:p>
          <a:p>
            <a:pPr/>
            <a:r>
              <a:t>Install dependencies: pip install -r requirements.txt.</a:t>
            </a:r>
          </a:p>
          <a:p>
            <a:pPr/>
            <a:r>
              <a:t>Run full pipeline: python extract_fatigue_from_video.py.</a:t>
            </a:r>
          </a:p>
          <a:p>
            <a:pPr/>
            <a:r>
              <a:t>Open the output/ folder and review the generated reports.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Hackathon Extensions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robust shot-detection or CLIP-based embeddings instead of simple thresholds.</a:t>
            </a:r>
          </a:p>
          <a:p>
            <a:pPr/>
            <a:r>
              <a:t>Plug in real campaign data (true CTR, impressions, frequency).</a:t>
            </a:r>
          </a:p>
          <a:p>
            <a:pPr/>
            <a:r>
              <a:t>Batch-score multiple creatives and rank them by fatigue risk.</a:t>
            </a:r>
          </a:p>
          <a:p>
            <a:pPr/>
            <a:r>
              <a:t>Wrap the pipeline in a simple web UI / API for marketers.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